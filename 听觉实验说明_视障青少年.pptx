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！欢迎来参加今天的听觉实验活动。今天我们会一起做两个和声音有关的小实验，全程主要靠耳朵听、用键盘或鼠标操作，不需要看电脑屏幕。如果中途有任何问题、听不懂、或者觉得不舒服，请随时举手或告诉我们，我们会马上帮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活动分成两个部分。第一部分是「听着声音走迷宫」——你会在电脑上用方向键控制角色，靠声音找到出口。第二部分是「体验新的读屏软件」——我们会测试一种用不同音高告诉你信息重要程度的新方式。两个部分都做完之后，我们会口头聊聊你的使用感受，还会准备一些小零食和饮料，感谢你的参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现在介绍第一部分：听着声音走迷宫。你会戴上专门的头戴式耳机，坐在电脑前。迷宫里你看不到画面，要靠耳朵听声音来判断该往哪个方向走。迷宫分「简单」和「复杂」两种难度。每种难度下面又有 3 种不同类型的迷宫，所以一共要通关 6 条迷宫。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第一个迷宫是最基础的「盲走」模式。你会听到不同音高的声音，根据声音的变化来判断该往哪个方向走。这个迷宫主要是让你熟悉：不用眼睛，只靠耳朵在迷宫里移动是什么感觉。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迷宫更有挑战性：迷宫的正确路线被编成了一段旋律。你需要先听并记住这段旋律的音高变化——哪段音高、哪段音低，然后在走迷宫的时候，沿着这段旋律的声音方向前进，直到到达终点。就像跟着一首熟悉的歌的旋律走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第三个迷宫在第二个的基础上加了一个新功能：错误提醒。路线依然是旋律，但如果你走错了方向，会立刻听到一种不好听的「错误噪音」，提醒你偏离了正确路线。这样你可以马上调整方向，重新跟着旋律走。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总结一下迷宫的安排：「简单」难度下有 3 个迷宫，分别对应刚才说的盲走、旋律路线、带错误提醒这三种；「复杂」难度下也有同样的 3 个迷宫，只是迷宫本身更难一些。所以是 2 乘以 3，一共 6 条迷宫需要通关。我们会按顺序带你一个一个完成，不用着急。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走迷宫时，我们会给你准备好头戴式耳机和电脑，你不需要自己带设备。操作非常简单：用键盘上的上下左右四个方向键控制移动。不需要看电脑屏幕，闭着眼睛、专心听声音就可以。如果某个方向走不通，换另一个方向试试；到达终点时会有明显的提示音告诉你成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第二部分是体验一种新的读屏软件设计。如果你用过手机上的读屏功能，应该知道：手指滑到哪个按钮，它就会念出那个按钮的名字。这很方便，但问题是——每次打开一个新 App，你都要从头记住整个界面的布局，哪些是重要的、哪些是次要的，光靠听文字很难一下子分清楚。所以我们想试试：用不同的音高来告诉你信息的重要程度。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的设计思路是这样的：当你滑到比较重要的选项，比如导航栏里的「首页」，会先听到一声较高的「叮」，然后念出「首页」——高音代表「这是重要的地方」。当你滑到普通的图片或说明文字时，会先听到一声较低的「咚」，再念出文字内容——低音代表「这是普通信息」。这样你不用记住整个界面，只要听音高高低，就能大概知道现在摸到的是不是重要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方便大家使用，这个演示结合了现有读屏软件的操作习惯。我们在电脑上做成了模拟手机操作的方式：用鼠标移动到你想了解的选项上，系统就会自动播报那个选项的内容。你不需要提前学习什么新功能，用法和平时用手机读屏差不多，只是多了一种「叮」和「咚」的音高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这个演示里，除了模拟手机常用软件的功能界面，还有浏览网页的测试场景。你可以自由滑动、探索不同的选项，感受一下：有了「叮」和「咚」的音高区别之后，找重要按钮、分清楚导航和内容，是不是比以前更容易一些。你的真实感受对我们非常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实验都做完之后，我们会和你口头聊聊问卷里的几个问题，比如：整体用起来感觉怎么样？有没有什么地方觉得不好用、希望我们改进？你最喜欢哪个部分？哪个部分最不习惯？没有标准答案，怎么想就怎么说，你的意见会帮助我们做得更好。非常感谢你愿意花时间参加！我们还准备了一些小零食和饮料，实验结束后可以自取。再次谢谢你的参与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好，介绍就到这里。大家有什么问题现在可以提问。如果没有问题，我们就从第一部分的走迷宫开始。放轻松，就当玩游戏一样，重要的是你的真实感受。我们随时在旁边，有需要就叫我。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欢迎参加听觉实验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今天我们会一起体验两个有趣的声音实验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全程用耳朵听、用手操作，不需要看屏幕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有任何问题或不舒服，随时告诉我们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实验一共两个部分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第一部分：听着声音走迷宫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第二部分：体验新的读屏软件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结束后简单聊聊感受，还有小零食饮料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第一部分：听着声音走迷宫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在电脑迷宫里，用耳朵判断方向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有「简单」和「复杂」两种难度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每种难度各有 3 个迷宫，共 6 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迷宫 ①：听着音高随意走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第一个迷宫：盲走模式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根据音高的变化判断方向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熟悉用声音在迷宫里移动的感觉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迷宫 ②：沿着旋律的路线走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迷宫的路线变成了一段旋律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先记住旋律的音高变化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再沿着这段旋律的声音走到终点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迷宫 ③：走错会有提醒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和第二个迷宫一样，路线是旋律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走错了会听到「错误噪音」提醒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帮你及时知道自己偏离了正确路线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6 条迷宫怎么安排？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简单难度：迷宫 ① ② ③ 各 1 个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复杂难度：迷宫 ① ② ③ 各 1 个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2 种难度 × 3 种类型 = 共 6 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走迷宫：你需要知道的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设备：头戴式耳机 + 电脑（我们准备好）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操作：键盘 ↑ ↓ ← → 四个方向键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不用看屏幕，闭着眼睛听声音走就行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B8CC"/>
                </a:solidFill>
              </a:defRPr>
            </a:pPr>
            <a:r>
              <a:t>链接：https://yukting-tse.github.io/HierarchyTone/Prototype/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第二部分：体验新的读屏软件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读屏软件：帮你看手机/电脑上的内容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现有读屏：点到哪里就念哪里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但每次都要记住整个界面的结构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音高 = 信息的重要程度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重要选项（如导航栏「首页」）：</a:t>
            </a:r>
          </a:p>
          <a:p>
            <a:pPr lvl="1">
              <a:spcAft>
                <a:spcPts val="1400"/>
              </a:spcAft>
              <a:defRPr sz="2400">
                <a:solidFill>
                  <a:srgbClr val="E8E8F0"/>
                </a:solidFill>
              </a:defRPr>
            </a:pPr>
            <a:r>
              <a:t>  「叮」（较高音）+「首页」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普通内容（如图片说明文字）：</a:t>
            </a:r>
          </a:p>
          <a:p>
            <a:pPr lvl="1">
              <a:spcAft>
                <a:spcPts val="1400"/>
              </a:spcAft>
              <a:defRPr sz="2400">
                <a:solidFill>
                  <a:srgbClr val="E8E8F0"/>
                </a:solidFill>
              </a:defRPr>
            </a:pPr>
            <a:r>
              <a:t>  「咚」（较低音）+ 文字介绍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怎么操作这个演示？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在电脑上测试，模拟手机滑动的用法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鼠标移到哪个选项，就自动播报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和现有读屏一样，不用学新功能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B8CC"/>
                </a:solidFill>
              </a:defRPr>
            </a:pPr>
            <a:r>
              <a:t>链接：https://yukting-tse.github.io/HierarchyTone/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你会体验到什么？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手机常用软件的功能（模拟界面）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浏览网页的测试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感受音高能不能帮你更快找到重要信息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实验结束后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我们会口头聊聊：</a:t>
            </a:r>
          </a:p>
          <a:p>
            <a:pPr lvl="1">
              <a:spcAft>
                <a:spcPts val="1400"/>
              </a:spcAft>
              <a:defRPr sz="2400">
                <a:solidFill>
                  <a:srgbClr val="E8E8F0"/>
                </a:solidFill>
              </a:defRPr>
            </a:pPr>
            <a:r>
              <a:t>  · 用起来感觉怎么样？</a:t>
            </a:r>
          </a:p>
          <a:p>
            <a:pPr lvl="1">
              <a:spcAft>
                <a:spcPts val="1400"/>
              </a:spcAft>
              <a:defRPr sz="2400">
                <a:solidFill>
                  <a:srgbClr val="E8E8F0"/>
                </a:solidFill>
              </a:defRPr>
            </a:pPr>
            <a:r>
              <a:t>  · 有没有想改进的地方？</a:t>
            </a:r>
          </a:p>
          <a:p>
            <a:pPr lvl="1">
              <a:spcAft>
                <a:spcPts val="1400"/>
              </a:spcAft>
              <a:defRPr sz="2400">
                <a:solidFill>
                  <a:srgbClr val="E8E8F0"/>
                </a:solidFill>
              </a:defRPr>
            </a:pPr>
            <a:r>
              <a:t>  · 最喜欢 / 最不习惯的是哪部分？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感谢参与！准备了小零食和饮料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66B"/>
                </a:solidFill>
              </a:defRPr>
            </a:pPr>
            <a:r>
              <a:t>准备好了吗？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有问题现在可以提问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准备好了我们就从走迷宫开始</a:t>
            </a:r>
          </a:p>
          <a:p>
            <a:pPr>
              <a:spcAft>
                <a:spcPts val="1400"/>
              </a:spcAft>
              <a:defRPr sz="2800">
                <a:solidFill>
                  <a:srgbClr val="FFFFFF"/>
                </a:solidFill>
              </a:defRPr>
            </a:pPr>
            <a:r>
              <a:t>放轻松，像玩游戏一样就好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